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-2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1AD6-29CD-43AF-8912-B047AC807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B7296-ADB1-2DDC-7C4B-920D21C2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AA68F-7111-D302-A446-98BFB725A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26E7-39E0-4C06-8217-F6983A3A05B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CA335-7513-0798-9738-5E4F880B4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66F5D-0931-26D2-0CF8-12EB3958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10DA-452A-42E4-BFB9-1A8F1372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6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E8FE-D60E-6D9D-6EC6-E30816744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BE4B1-B3F5-03AA-B9B8-392D7B168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C341B-BC82-AA77-5A4B-6BAE21EC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26E7-39E0-4C06-8217-F6983A3A05B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AC311-4725-195A-4E29-B08E7BDB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0A6A4-21ED-4B5B-59E1-E2D02CBB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10DA-452A-42E4-BFB9-1A8F1372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9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E93D-0432-1B5F-BB04-4741E72C0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20CF7-4C2C-2084-A385-E549F4929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30EAF-C14E-4992-1B98-3884847B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26E7-39E0-4C06-8217-F6983A3A05B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E2414-FBC4-0D76-421B-45E685FB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403A5-B583-3742-2E77-447FE832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10DA-452A-42E4-BFB9-1A8F1372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27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8431-3E42-15BB-4395-F19AC2005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D8BE8-27AA-F656-0EC6-0911259E0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3C6DE-4AA0-4B87-E794-3B5F22D9C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BDC6E-9191-768F-80E9-CFAC3E27F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26E7-39E0-4C06-8217-F6983A3A05B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B2331-CCE6-4CBE-39F3-614A4DA6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8F8A6-236C-0D34-49D9-1901600D5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10DA-452A-42E4-BFB9-1A8F1372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7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5322-AF8D-A7DC-DB05-EC0DA991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F6E86-74ED-1F8E-8257-EEB514D02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8A698-9650-A378-30A6-09B6940CC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A9B15E-55DD-04E5-E990-9BA44DD09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F80D9-2AEA-2E07-67F4-164170415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FB4F0C-19EC-220B-62FF-F484C2F25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26E7-39E0-4C06-8217-F6983A3A05B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80952-AD45-2C77-D82E-9A6D91A5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8C35B-67F3-01EE-D949-0807638E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10DA-452A-42E4-BFB9-1A8F1372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6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5E886-B341-737A-E8C9-67A651E5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4CB53-1417-CAA9-BB58-5E26A1A6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26E7-39E0-4C06-8217-F6983A3A05B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A8A81-3C91-7F10-F83F-22B25ECE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C40E68-B361-40A8-2C3E-78ED702D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10DA-452A-42E4-BFB9-1A8F1372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61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9A97-1534-CF18-4309-1516C38F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26E7-39E0-4C06-8217-F6983A3A05B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F4F43-C986-3DCD-6ABD-96707D8ED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CC198-C5A1-47F3-E036-1FF97AB15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10DA-452A-42E4-BFB9-1A8F1372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76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1C7EE-A5CA-90DE-7B5E-184E1A06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4A7FE-2E70-A2F0-111C-777DA6EE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F374A-5E0E-C1F4-9066-823315CB1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F4564-9290-0B0D-DD39-3558EF2CA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26E7-39E0-4C06-8217-F6983A3A05B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E35B2-C02F-E485-0F79-FFC53D7B5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7BB7B-F849-D805-6810-D1CAC3F0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10DA-452A-42E4-BFB9-1A8F1372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84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5345-7819-7649-3867-9E4FAFDE9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6C09CC-9317-828D-3B28-6BD83284DA7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AC7B8-A5EC-178B-CE80-4355A9FF5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288C4-58D3-BAAB-C988-A28B8512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26E7-39E0-4C06-8217-F6983A3A05B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E1E83-3D26-9842-C074-36BE6FCE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7B434-2127-3450-FCF4-26D8C7D9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10DA-452A-42E4-BFB9-1A8F1372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98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4818-14A5-8E50-5F21-BC9DDDB3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733D4-4CC6-4DB8-3BE9-1C184360A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7E47F-75FD-F382-EC13-7ECD8AB0E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26E7-39E0-4C06-8217-F6983A3A05B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BD92B-A40D-C3E7-0907-FB0F19F1C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8DA2B-A22A-9491-3BCB-063744E6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10DA-452A-42E4-BFB9-1A8F1372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6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56E08C-DAE0-D8D4-80AC-ECD8188DD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66910-36AB-6BEE-8E7E-6ADF41FC3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3C432-1EAD-0049-966B-29959795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26E7-39E0-4C06-8217-F6983A3A05B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DE3C-6AE5-9E52-BC1F-A18E5CFF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FD9FB-B044-6DE7-64AE-14079D096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10DA-452A-42E4-BFB9-1A8F1372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66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FA51D-F826-00D8-A358-B2B587B7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635D5-5F65-B93C-5E12-0B3CBCCA8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6C2DC-468C-399E-15CD-A285AEFD5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926E7-39E0-4C06-8217-F6983A3A05B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D0284-0A34-7319-F6DC-D3F19E1C7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0C630-6599-5AF4-023B-C2BBEB4B8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6D10DA-452A-42E4-BFB9-1A8F1372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3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6FD1-90CB-CF47-0248-34B6AB8E1B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 drop UART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073D2-7FE9-F60D-9512-D93DCF393A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95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98378-2B10-A6D1-B2C3-4368FAC3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35D00A4-91F4-F9F7-6725-AF3AB3E36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2775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Configure different address by GPIO (TBD)</a:t>
            </a:r>
          </a:p>
          <a:p>
            <a:r>
              <a:rPr lang="en-US" dirty="0"/>
              <a:t>Connect TX and RX in parallel on two boards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3BDB03-685C-12CD-9004-EDCCEC0AF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7" y="2573337"/>
            <a:ext cx="507682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66A9-0025-80D5-81A0-603794AD6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57486-91A0-F687-3E78-40ADB3F0C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7DFF6-CD3D-422A-7CCC-379C96DA4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>
            <a:normAutofit/>
          </a:bodyPr>
          <a:lstStyle/>
          <a:p>
            <a:r>
              <a:rPr lang="en-US" sz="2000" dirty="0"/>
              <a:t>When the Sequencer board is NOT sending data, use the TX pin’s PFS register to configure the pin as an INPUT.</a:t>
            </a:r>
          </a:p>
          <a:p>
            <a:r>
              <a:rPr lang="en-US" sz="2000" dirty="0"/>
              <a:t>When the board has data to send, change the mode to output and send the data.  </a:t>
            </a:r>
          </a:p>
          <a:p>
            <a:r>
              <a:rPr lang="en-US" sz="2000" dirty="0"/>
              <a:t>The Sequencer board TX line is biased high by pullup (prevent </a:t>
            </a:r>
            <a:r>
              <a:rPr lang="en-US" sz="2000" dirty="0" err="1"/>
              <a:t>bogas</a:t>
            </a:r>
            <a:r>
              <a:rPr lang="en-US" sz="2000" dirty="0"/>
              <a:t> start conditions)</a:t>
            </a:r>
          </a:p>
          <a:p>
            <a:r>
              <a:rPr lang="en-US" sz="2000" dirty="0"/>
              <a:t>Sequencer only sends data if address field matches.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ADAA2B-28FB-1997-3813-F3E0E0917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449" y="3580005"/>
            <a:ext cx="7102475" cy="246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51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9FFA8-FEBC-9CC5-0149-29E43D013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DC84-77E3-8282-42F0-A4D5ED18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BC623-D9F4-41AD-1ED4-2EB76C6ED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>
            <a:normAutofit/>
          </a:bodyPr>
          <a:lstStyle/>
          <a:p>
            <a:r>
              <a:rPr lang="en-US" sz="2000" dirty="0"/>
              <a:t>An alternate method would be to configure the pin open-drain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6E6F32-7059-66AF-7227-2A9919CAF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799" y="3366663"/>
            <a:ext cx="6861175" cy="237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81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99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Multi drop UART</vt:lpstr>
      <vt:lpstr>Steps</vt:lpstr>
      <vt:lpstr>Steps</vt:lpstr>
      <vt:lpstr>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Dale Drinkard</dc:creator>
  <cp:lastModifiedBy>Dale Drinkard</cp:lastModifiedBy>
  <cp:revision>2</cp:revision>
  <dcterms:created xsi:type="dcterms:W3CDTF">2026-10-28T14:48:39Z</dcterms:created>
  <dcterms:modified xsi:type="dcterms:W3CDTF">2026-10-28T15:16:14Z</dcterms:modified>
</cp:coreProperties>
</file>